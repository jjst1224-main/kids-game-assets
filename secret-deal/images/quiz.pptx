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040" y="-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58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31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14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672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453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05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48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4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30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28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FF132-B741-4FE2-BE8B-B5191DD3873E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50EE0-243F-4F98-9D61-B0BAD8B793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60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944141" y="836712"/>
            <a:ext cx="7084244" cy="5400600"/>
            <a:chOff x="944141" y="836712"/>
            <a:chExt cx="7084244" cy="5400600"/>
          </a:xfrm>
        </p:grpSpPr>
        <p:grpSp>
          <p:nvGrpSpPr>
            <p:cNvPr id="22" name="그룹 21"/>
            <p:cNvGrpSpPr/>
            <p:nvPr/>
          </p:nvGrpSpPr>
          <p:grpSpPr>
            <a:xfrm>
              <a:off x="944141" y="836712"/>
              <a:ext cx="7084244" cy="5400600"/>
              <a:chOff x="539553" y="940375"/>
              <a:chExt cx="6929719" cy="5053114"/>
            </a:xfrm>
          </p:grpSpPr>
          <p:pic>
            <p:nvPicPr>
              <p:cNvPr id="17" name="Picture 2" descr="C:\Users\sitec\Downloads\Gemini_Generated_Image_jo7t3djo7t3djo7t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2216" b="76349" l="15104" r="8466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587" t="11731" r="40868" b="22076"/>
              <a:stretch/>
            </p:blipFill>
            <p:spPr bwMode="auto">
              <a:xfrm>
                <a:off x="539553" y="940375"/>
                <a:ext cx="3765376" cy="2580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" descr="C:\Users\sitec\Downloads\Gemini_Generated_Image_jo7t3djo7t3djo7t.png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2216" b="76349" l="15104" r="84662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6948" t="11731" r="13138" b="22076"/>
              <a:stretch/>
            </p:blipFill>
            <p:spPr bwMode="auto">
              <a:xfrm>
                <a:off x="4996169" y="940375"/>
                <a:ext cx="2473103" cy="25804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직사각형 19"/>
              <p:cNvSpPr/>
              <p:nvPr/>
            </p:nvSpPr>
            <p:spPr>
              <a:xfrm>
                <a:off x="611559" y="1772816"/>
                <a:ext cx="6857712" cy="422067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3343750" y="965870"/>
                <a:ext cx="1393330" cy="76944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altLang="ko-KR" sz="4400" b="1" cap="none" spc="0" dirty="0" smtClean="0">
                    <a:ln w="31550" cmpd="sng">
                      <a:gradFill>
                        <a:gsLst>
                          <a:gs pos="70000">
                            <a:schemeClr val="accent6">
                              <a:shade val="50000"/>
                              <a:satMod val="190000"/>
                            </a:schemeClr>
                          </a:gs>
                          <a:gs pos="0">
                            <a:schemeClr val="accent6">
                              <a:tint val="77000"/>
                              <a:satMod val="180000"/>
                            </a:schemeClr>
                          </a:gs>
                        </a:gsLst>
                        <a:lin ang="5400000"/>
                      </a:gradFill>
                      <a:prstDash val="solid"/>
                    </a:ln>
                    <a:solidFill>
                      <a:schemeClr val="accent6">
                        <a:tint val="15000"/>
                        <a:satMod val="200000"/>
                      </a:schemeClr>
                    </a:solidFill>
                    <a:effectLst>
                      <a:outerShdw blurRad="50800" dist="40000" dir="5400000" algn="tl" rotWithShape="0">
                        <a:srgbClr val="000000">
                          <a:shade val="5000"/>
                          <a:satMod val="120000"/>
                          <a:alpha val="33000"/>
                        </a:srgbClr>
                      </a:outerShdw>
                    </a:effectLst>
                  </a:rPr>
                  <a:t>Quiz</a:t>
                </a:r>
                <a:endParaRPr lang="en-US" altLang="ko-KR" sz="4400" b="1" cap="none" spc="0" dirty="0">
                  <a:ln w="31550" cmpd="sng">
                    <a:gradFill>
                      <a:gsLst>
                        <a:gs pos="70000">
                          <a:schemeClr val="accent6">
                            <a:shade val="50000"/>
                            <a:satMod val="190000"/>
                          </a:schemeClr>
                        </a:gs>
                        <a:gs pos="0">
                          <a:schemeClr val="accent6">
                            <a:tint val="77000"/>
                            <a:satMod val="180000"/>
                          </a:schemeClr>
                        </a:gs>
                      </a:gsLst>
                      <a:lin ang="5400000"/>
                    </a:gradFill>
                    <a:prstDash val="solid"/>
                  </a:ln>
                  <a:solidFill>
                    <a:schemeClr val="accent6">
                      <a:tint val="15000"/>
                      <a:satMod val="200000"/>
                    </a:schemeClr>
                  </a:solidFill>
                  <a:effectLst>
                    <a:outerShdw blurRad="50800" dist="40000" dir="5400000" algn="tl" rotWithShape="0">
                      <a:srgbClr val="000000">
                        <a:shade val="5000"/>
                        <a:satMod val="120000"/>
                        <a:alpha val="33000"/>
                      </a:srgbClr>
                    </a:outerShdw>
                  </a:effectLst>
                </a:endParaRPr>
              </a:p>
            </p:txBody>
          </p:sp>
        </p:grpSp>
        <p:pic>
          <p:nvPicPr>
            <p:cNvPr id="1029" name="Picture 5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24" b="23703"/>
            <a:stretch/>
          </p:blipFill>
          <p:spPr bwMode="auto">
            <a:xfrm>
              <a:off x="1400592" y="2589691"/>
              <a:ext cx="6244952" cy="2347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TextBox 22"/>
            <p:cNvSpPr txBox="1"/>
            <p:nvPr/>
          </p:nvSpPr>
          <p:spPr>
            <a:xfrm>
              <a:off x="1286719" y="1969533"/>
              <a:ext cx="37289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 smtClean="0"/>
                <a:t>주차된 차 위치의 번호는</a:t>
              </a:r>
              <a:r>
                <a:rPr lang="en-US" altLang="ko-KR" sz="2400" b="1" dirty="0" smtClean="0"/>
                <a:t>?</a:t>
              </a:r>
              <a:endParaRPr lang="ko-KR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782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</Words>
  <Application>Microsoft Office PowerPoint</Application>
  <PresentationFormat>화면 슬라이드 쇼(4:3)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sitec</dc:creator>
  <cp:lastModifiedBy>sitec</cp:lastModifiedBy>
  <cp:revision>4</cp:revision>
  <dcterms:created xsi:type="dcterms:W3CDTF">2026-03-20T03:11:32Z</dcterms:created>
  <dcterms:modified xsi:type="dcterms:W3CDTF">2026-03-20T04:07:20Z</dcterms:modified>
</cp:coreProperties>
</file>